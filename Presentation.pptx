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2" r:id="rId5"/>
    <p:sldId id="359" r:id="rId6"/>
    <p:sldId id="375" r:id="rId7"/>
    <p:sldId id="382" r:id="rId8"/>
    <p:sldId id="392" r:id="rId9"/>
    <p:sldId id="393" r:id="rId10"/>
    <p:sldId id="394" r:id="rId11"/>
    <p:sldId id="395" r:id="rId12"/>
    <p:sldId id="396" r:id="rId13"/>
    <p:sldId id="378" r:id="rId14"/>
    <p:sldId id="3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514F6-59F3-4C9A-7AC3-E4F263EB94E7}" v="460" dt="2026-01-07T08:42:29.167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3" autoAdjust="0"/>
    <p:restoredTop sz="95388" autoAdjust="0"/>
  </p:normalViewPr>
  <p:slideViewPr>
    <p:cSldViewPr snapToGrid="0" snapToObjects="1" showGuides="1">
      <p:cViewPr varScale="1">
        <p:scale>
          <a:sx n="116" d="100"/>
          <a:sy n="116" d="100"/>
        </p:scale>
        <p:origin x="42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inther" userId="f44fb1f4371a83a8" providerId="Windows Live" clId="Web-{51FF35C6-882C-1732-7E6C-4096FBB24A29}"/>
    <pc:docChg chg="addSld delSld modSld">
      <pc:chgData name="Adam Winther" userId="f44fb1f4371a83a8" providerId="Windows Live" clId="Web-{51FF35C6-882C-1732-7E6C-4096FBB24A29}" dt="2026-01-04T23:57:21.735" v="1272" actId="20577"/>
      <pc:docMkLst>
        <pc:docMk/>
      </pc:docMkLst>
      <pc:sldChg chg="addSp delSp modSp">
        <pc:chgData name="Adam Winther" userId="f44fb1f4371a83a8" providerId="Windows Live" clId="Web-{51FF35C6-882C-1732-7E6C-4096FBB24A29}" dt="2026-01-04T21:50:07.479" v="108" actId="1076"/>
        <pc:sldMkLst>
          <pc:docMk/>
          <pc:sldMk cId="2498031464" sldId="342"/>
        </pc:sldMkLst>
        <pc:spChg chg="mod">
          <ac:chgData name="Adam Winther" userId="f44fb1f4371a83a8" providerId="Windows Live" clId="Web-{51FF35C6-882C-1732-7E6C-4096FBB24A29}" dt="2026-01-04T21:49:18.102" v="94" actId="20577"/>
          <ac:spMkLst>
            <pc:docMk/>
            <pc:sldMk cId="2498031464" sldId="342"/>
            <ac:spMk id="9" creationId="{2981AB9E-AF0F-CAD0-2DD2-D640FB871E66}"/>
          </ac:spMkLst>
        </pc:spChg>
        <pc:spChg chg="mod">
          <ac:chgData name="Adam Winther" userId="f44fb1f4371a83a8" providerId="Windows Live" clId="Web-{51FF35C6-882C-1732-7E6C-4096FBB24A29}" dt="2026-01-04T21:43:19.743" v="41" actId="14100"/>
          <ac:spMkLst>
            <pc:docMk/>
            <pc:sldMk cId="2498031464" sldId="342"/>
            <ac:spMk id="12" creationId="{997874EA-2F67-60CD-631F-5A787057F8CE}"/>
          </ac:spMkLst>
        </pc:spChg>
      </pc:sldChg>
      <pc:sldChg chg="addSp delSp modSp">
        <pc:chgData name="Adam Winther" userId="f44fb1f4371a83a8" providerId="Windows Live" clId="Web-{51FF35C6-882C-1732-7E6C-4096FBB24A29}" dt="2026-01-04T21:57:59.789" v="179"/>
        <pc:sldMkLst>
          <pc:docMk/>
          <pc:sldMk cId="1460159330" sldId="359"/>
        </pc:sldMkLst>
        <pc:spChg chg="mod">
          <ac:chgData name="Adam Winther" userId="f44fb1f4371a83a8" providerId="Windows Live" clId="Web-{51FF35C6-882C-1732-7E6C-4096FBB24A29}" dt="2026-01-04T21:51:10.247" v="128" actId="14100"/>
          <ac:spMkLst>
            <pc:docMk/>
            <pc:sldMk cId="1460159330" sldId="359"/>
            <ac:spMk id="31" creationId="{F1239C0E-3F39-787D-0FC3-6B7C9BA37E8F}"/>
          </ac:spMkLst>
        </pc:spChg>
        <pc:picChg chg="add mod modCrop">
          <ac:chgData name="Adam Winther" userId="f44fb1f4371a83a8" providerId="Windows Live" clId="Web-{51FF35C6-882C-1732-7E6C-4096FBB24A29}" dt="2026-01-04T21:48:38.568" v="77"/>
          <ac:picMkLst>
            <pc:docMk/>
            <pc:sldMk cId="1460159330" sldId="359"/>
            <ac:picMk id="6" creationId="{5D6533AA-A9B1-5277-BEE3-F4807E6EEA22}"/>
          </ac:picMkLst>
        </pc:picChg>
      </pc:sldChg>
      <pc:sldChg chg="addSp delSp modSp">
        <pc:chgData name="Adam Winther" userId="f44fb1f4371a83a8" providerId="Windows Live" clId="Web-{51FF35C6-882C-1732-7E6C-4096FBB24A29}" dt="2026-01-04T22:11:45.192" v="291" actId="20577"/>
        <pc:sldMkLst>
          <pc:docMk/>
          <pc:sldMk cId="1962637282" sldId="375"/>
        </pc:sldMkLst>
        <pc:spChg chg="mod">
          <ac:chgData name="Adam Winther" userId="f44fb1f4371a83a8" providerId="Windows Live" clId="Web-{51FF35C6-882C-1732-7E6C-4096FBB24A29}" dt="2026-01-04T21:58:17.133" v="186" actId="20577"/>
          <ac:spMkLst>
            <pc:docMk/>
            <pc:sldMk cId="1962637282" sldId="375"/>
            <ac:spMk id="2" creationId="{D9F60903-003B-273E-3584-5312F76C3EF3}"/>
          </ac:spMkLst>
        </pc:spChg>
        <pc:spChg chg="add mod">
          <ac:chgData name="Adam Winther" userId="f44fb1f4371a83a8" providerId="Windows Live" clId="Web-{51FF35C6-882C-1732-7E6C-4096FBB24A29}" dt="2026-01-04T22:00:20.381" v="223" actId="1076"/>
          <ac:spMkLst>
            <pc:docMk/>
            <pc:sldMk cId="1962637282" sldId="375"/>
            <ac:spMk id="8" creationId="{294A05E6-567C-0700-0A51-1015849921C8}"/>
          </ac:spMkLst>
        </pc:spChg>
        <pc:spChg chg="add mod">
          <ac:chgData name="Adam Winther" userId="f44fb1f4371a83a8" providerId="Windows Live" clId="Web-{51FF35C6-882C-1732-7E6C-4096FBB24A29}" dt="2026-01-04T22:02:06.051" v="237" actId="1076"/>
          <ac:spMkLst>
            <pc:docMk/>
            <pc:sldMk cId="1962637282" sldId="375"/>
            <ac:spMk id="12" creationId="{D5607A38-EC44-9D61-23C8-6EFC4D823C9E}"/>
          </ac:spMkLst>
        </pc:spChg>
        <pc:spChg chg="add mod">
          <ac:chgData name="Adam Winther" userId="f44fb1f4371a83a8" providerId="Windows Live" clId="Web-{51FF35C6-882C-1732-7E6C-4096FBB24A29}" dt="2026-01-04T22:06:22.336" v="261" actId="20577"/>
          <ac:spMkLst>
            <pc:docMk/>
            <pc:sldMk cId="1962637282" sldId="375"/>
            <ac:spMk id="16" creationId="{0A517823-4A8A-0595-3168-9DFD2BC7064E}"/>
          </ac:spMkLst>
        </pc:spChg>
        <pc:spChg chg="add mod">
          <ac:chgData name="Adam Winther" userId="f44fb1f4371a83a8" providerId="Windows Live" clId="Web-{51FF35C6-882C-1732-7E6C-4096FBB24A29}" dt="2026-01-04T22:11:45.192" v="291" actId="20577"/>
          <ac:spMkLst>
            <pc:docMk/>
            <pc:sldMk cId="1962637282" sldId="375"/>
            <ac:spMk id="21" creationId="{533C2B81-DA11-36B8-DD68-8E1E1D8E05A7}"/>
          </ac:spMkLst>
        </pc:spChg>
        <pc:grpChg chg="add mod">
          <ac:chgData name="Adam Winther" userId="f44fb1f4371a83a8" providerId="Windows Live" clId="Web-{51FF35C6-882C-1732-7E6C-4096FBB24A29}" dt="2026-01-04T22:10:57.800" v="279" actId="1076"/>
          <ac:grpSpMkLst>
            <pc:docMk/>
            <pc:sldMk cId="1962637282" sldId="375"/>
            <ac:grpSpMk id="9" creationId="{1F8A5ACF-2E98-429A-CD02-205B42A4DE52}"/>
          </ac:grpSpMkLst>
        </pc:grpChg>
        <pc:grpChg chg="add mod">
          <ac:chgData name="Adam Winther" userId="f44fb1f4371a83a8" providerId="Windows Live" clId="Web-{51FF35C6-882C-1732-7E6C-4096FBB24A29}" dt="2026-01-04T22:10:59.815" v="280" actId="1076"/>
          <ac:grpSpMkLst>
            <pc:docMk/>
            <pc:sldMk cId="1962637282" sldId="375"/>
            <ac:grpSpMk id="13" creationId="{C51B82FB-E4F4-3C16-9FBA-9C76FEB9E972}"/>
          </ac:grpSpMkLst>
        </pc:grpChg>
        <pc:grpChg chg="add mod">
          <ac:chgData name="Adam Winther" userId="f44fb1f4371a83a8" providerId="Windows Live" clId="Web-{51FF35C6-882C-1732-7E6C-4096FBB24A29}" dt="2026-01-04T22:11:03.237" v="281" actId="1076"/>
          <ac:grpSpMkLst>
            <pc:docMk/>
            <pc:sldMk cId="1962637282" sldId="375"/>
            <ac:grpSpMk id="19" creationId="{481FD7E3-66BF-DF26-8246-38D5516AD768}"/>
          </ac:grpSpMkLst>
        </pc:grpChg>
        <pc:grpChg chg="add">
          <ac:chgData name="Adam Winther" userId="f44fb1f4371a83a8" providerId="Windows Live" clId="Web-{51FF35C6-882C-1732-7E6C-4096FBB24A29}" dt="2026-01-04T22:11:41.488" v="288"/>
          <ac:grpSpMkLst>
            <pc:docMk/>
            <pc:sldMk cId="1962637282" sldId="375"/>
            <ac:grpSpMk id="22" creationId="{BFD1F879-B345-068C-458B-7E91EEACF753}"/>
          </ac:grpSpMkLst>
        </pc:grpChg>
        <pc:picChg chg="add mod">
          <ac:chgData name="Adam Winther" userId="f44fb1f4371a83a8" providerId="Windows Live" clId="Web-{51FF35C6-882C-1732-7E6C-4096FBB24A29}" dt="2026-01-04T22:00:20.366" v="222" actId="1076"/>
          <ac:picMkLst>
            <pc:docMk/>
            <pc:sldMk cId="1962637282" sldId="375"/>
            <ac:picMk id="5" creationId="{0590FF22-E574-F627-7C76-05375728395D}"/>
          </ac:picMkLst>
        </pc:picChg>
        <pc:picChg chg="add mod">
          <ac:chgData name="Adam Winther" userId="f44fb1f4371a83a8" providerId="Windows Live" clId="Web-{51FF35C6-882C-1732-7E6C-4096FBB24A29}" dt="2026-01-04T22:01:46.815" v="231" actId="1076"/>
          <ac:picMkLst>
            <pc:docMk/>
            <pc:sldMk cId="1962637282" sldId="375"/>
            <ac:picMk id="10" creationId="{FC174E1E-4A0C-0BC3-6B6F-632E211D22F6}"/>
          </ac:picMkLst>
        </pc:picChg>
        <pc:picChg chg="add mod">
          <ac:chgData name="Adam Winther" userId="f44fb1f4371a83a8" providerId="Windows Live" clId="Web-{51FF35C6-882C-1732-7E6C-4096FBB24A29}" dt="2026-01-04T22:10:41.596" v="273" actId="1076"/>
          <ac:picMkLst>
            <pc:docMk/>
            <pc:sldMk cId="1962637282" sldId="375"/>
            <ac:picMk id="17" creationId="{8237CED9-22BF-8917-F543-2C4F884A2089}"/>
          </ac:picMkLst>
        </pc:picChg>
        <pc:picChg chg="add mod">
          <ac:chgData name="Adam Winther" userId="f44fb1f4371a83a8" providerId="Windows Live" clId="Web-{51FF35C6-882C-1732-7E6C-4096FBB24A29}" dt="2026-01-04T22:11:19.144" v="285" actId="1076"/>
          <ac:picMkLst>
            <pc:docMk/>
            <pc:sldMk cId="1962637282" sldId="375"/>
            <ac:picMk id="18" creationId="{C7220C74-F1D2-5F95-EE48-E56E48479330}"/>
          </ac:picMkLst>
        </pc:picChg>
      </pc:sldChg>
      <pc:sldChg chg="addSp delSp modSp">
        <pc:chgData name="Adam Winther" userId="f44fb1f4371a83a8" providerId="Windows Live" clId="Web-{51FF35C6-882C-1732-7E6C-4096FBB24A29}" dt="2026-01-04T23:57:21.735" v="1272" actId="20577"/>
        <pc:sldMkLst>
          <pc:docMk/>
          <pc:sldMk cId="2370176740" sldId="382"/>
        </pc:sldMkLst>
        <pc:spChg chg="add mod">
          <ac:chgData name="Adam Winther" userId="f44fb1f4371a83a8" providerId="Windows Live" clId="Web-{51FF35C6-882C-1732-7E6C-4096FBB24A29}" dt="2026-01-04T23:57:21.735" v="1272" actId="20577"/>
          <ac:spMkLst>
            <pc:docMk/>
            <pc:sldMk cId="2370176740" sldId="382"/>
            <ac:spMk id="10" creationId="{30E33371-7C32-ECCD-DE5F-2D481360E1B8}"/>
          </ac:spMkLst>
        </pc:spChg>
        <pc:grpChg chg="add mod">
          <ac:chgData name="Adam Winther" userId="f44fb1f4371a83a8" providerId="Windows Live" clId="Web-{51FF35C6-882C-1732-7E6C-4096FBB24A29}" dt="2026-01-04T23:39:59.423" v="1063" actId="1076"/>
          <ac:grpSpMkLst>
            <pc:docMk/>
            <pc:sldMk cId="2370176740" sldId="382"/>
            <ac:grpSpMk id="6" creationId="{E319B467-BB51-65EA-FFE8-55AD1D0EADBD}"/>
          </ac:grpSpMkLst>
        </pc:grpChg>
        <pc:picChg chg="add mod">
          <ac:chgData name="Adam Winther" userId="f44fb1f4371a83a8" providerId="Windows Live" clId="Web-{51FF35C6-882C-1732-7E6C-4096FBB24A29}" dt="2026-01-04T23:40:01.095" v="1064" actId="1076"/>
          <ac:picMkLst>
            <pc:docMk/>
            <pc:sldMk cId="2370176740" sldId="382"/>
            <ac:picMk id="15" creationId="{E9ABCDAA-8C37-9ADD-3270-AC1CEFF3B97B}"/>
          </ac:picMkLst>
        </pc:picChg>
      </pc:sldChg>
      <pc:sldChg chg="addSp delSp modSp add replId">
        <pc:chgData name="Adam Winther" userId="f44fb1f4371a83a8" providerId="Windows Live" clId="Web-{51FF35C6-882C-1732-7E6C-4096FBB24A29}" dt="2026-01-04T22:40:19.478" v="865" actId="20577"/>
        <pc:sldMkLst>
          <pc:docMk/>
          <pc:sldMk cId="2144041088" sldId="392"/>
        </pc:sldMkLst>
        <pc:spChg chg="mod">
          <ac:chgData name="Adam Winther" userId="f44fb1f4371a83a8" providerId="Windows Live" clId="Web-{51FF35C6-882C-1732-7E6C-4096FBB24A29}" dt="2026-01-04T22:40:19.478" v="865" actId="20577"/>
          <ac:spMkLst>
            <pc:docMk/>
            <pc:sldMk cId="2144041088" sldId="392"/>
            <ac:spMk id="10" creationId="{A6DBE99D-47BC-70BA-382C-6386C2EF3973}"/>
          </ac:spMkLst>
        </pc:spChg>
        <pc:grpChg chg="add mod">
          <ac:chgData name="Adam Winther" userId="f44fb1f4371a83a8" providerId="Windows Live" clId="Web-{51FF35C6-882C-1732-7E6C-4096FBB24A29}" dt="2026-01-04T22:38:30.847" v="833" actId="1076"/>
          <ac:grpSpMkLst>
            <pc:docMk/>
            <pc:sldMk cId="2144041088" sldId="392"/>
            <ac:grpSpMk id="9" creationId="{5CDE74B1-3861-4549-F6F2-7EEBD9768360}"/>
          </ac:grpSpMkLst>
        </pc:grpChg>
        <pc:picChg chg="add mod">
          <ac:chgData name="Adam Winther" userId="f44fb1f4371a83a8" providerId="Windows Live" clId="Web-{51FF35C6-882C-1732-7E6C-4096FBB24A29}" dt="2026-01-04T22:38:32.691" v="834" actId="1076"/>
          <ac:picMkLst>
            <pc:docMk/>
            <pc:sldMk cId="2144041088" sldId="392"/>
            <ac:picMk id="13" creationId="{439A846F-1B21-06C2-8DBF-29B2F1A0AB28}"/>
          </ac:picMkLst>
        </pc:picChg>
      </pc:sldChg>
      <pc:sldChg chg="addSp delSp modSp add replId">
        <pc:chgData name="Adam Winther" userId="f44fb1f4371a83a8" providerId="Windows Live" clId="Web-{51FF35C6-882C-1732-7E6C-4096FBB24A29}" dt="2026-01-04T23:15:13.593" v="1061" actId="20577"/>
        <pc:sldMkLst>
          <pc:docMk/>
          <pc:sldMk cId="1575187904" sldId="393"/>
        </pc:sldMkLst>
        <pc:spChg chg="mod">
          <ac:chgData name="Adam Winther" userId="f44fb1f4371a83a8" providerId="Windows Live" clId="Web-{51FF35C6-882C-1732-7E6C-4096FBB24A29}" dt="2026-01-04T23:15:13.593" v="1061" actId="20577"/>
          <ac:spMkLst>
            <pc:docMk/>
            <pc:sldMk cId="1575187904" sldId="393"/>
            <ac:spMk id="10" creationId="{569ED689-FDBC-1367-C01A-0B80829A9EF5}"/>
          </ac:spMkLst>
        </pc:spChg>
        <pc:grpChg chg="add mod">
          <ac:chgData name="Adam Winther" userId="f44fb1f4371a83a8" providerId="Windows Live" clId="Web-{51FF35C6-882C-1732-7E6C-4096FBB24A29}" dt="2026-01-04T22:40:41.870" v="869" actId="1076"/>
          <ac:grpSpMkLst>
            <pc:docMk/>
            <pc:sldMk cId="1575187904" sldId="393"/>
            <ac:grpSpMk id="6" creationId="{788CE648-B89D-700A-8297-8106E7EB8C68}"/>
          </ac:grpSpMkLst>
        </pc:grpChg>
        <pc:picChg chg="add mod">
          <ac:chgData name="Adam Winther" userId="f44fb1f4371a83a8" providerId="Windows Live" clId="Web-{51FF35C6-882C-1732-7E6C-4096FBB24A29}" dt="2026-01-04T22:43:40.455" v="874" actId="1076"/>
          <ac:picMkLst>
            <pc:docMk/>
            <pc:sldMk cId="1575187904" sldId="393"/>
            <ac:picMk id="11" creationId="{57FFEB03-5726-C2C6-A828-AE53F8391EC5}"/>
          </ac:picMkLst>
        </pc:picChg>
      </pc:sldChg>
      <pc:sldChg chg="addSp delSp modSp add replId">
        <pc:chgData name="Adam Winther" userId="f44fb1f4371a83a8" providerId="Windows Live" clId="Web-{51FF35C6-882C-1732-7E6C-4096FBB24A29}" dt="2026-01-04T23:53:12.311" v="1238" actId="20577"/>
        <pc:sldMkLst>
          <pc:docMk/>
          <pc:sldMk cId="3943235498" sldId="394"/>
        </pc:sldMkLst>
        <pc:spChg chg="mod">
          <ac:chgData name="Adam Winther" userId="f44fb1f4371a83a8" providerId="Windows Live" clId="Web-{51FF35C6-882C-1732-7E6C-4096FBB24A29}" dt="2026-01-04T23:53:12.311" v="1238" actId="20577"/>
          <ac:spMkLst>
            <pc:docMk/>
            <pc:sldMk cId="3943235498" sldId="394"/>
            <ac:spMk id="10" creationId="{59231DBB-5A8E-07C6-21EA-E7CB59703AB2}"/>
          </ac:spMkLst>
        </pc:spChg>
        <pc:grpChg chg="add mod">
          <ac:chgData name="Adam Winther" userId="f44fb1f4371a83a8" providerId="Windows Live" clId="Web-{51FF35C6-882C-1732-7E6C-4096FBB24A29}" dt="2026-01-04T23:52:35.279" v="1200" actId="1076"/>
          <ac:grpSpMkLst>
            <pc:docMk/>
            <pc:sldMk cId="3943235498" sldId="394"/>
            <ac:grpSpMk id="9" creationId="{A29A7CC7-DDAE-291E-CD5B-984468147680}"/>
          </ac:grpSpMkLst>
        </pc:grpChg>
        <pc:picChg chg="add mod">
          <ac:chgData name="Adam Winther" userId="f44fb1f4371a83a8" providerId="Windows Live" clId="Web-{51FF35C6-882C-1732-7E6C-4096FBB24A29}" dt="2026-01-04T23:49:08.666" v="1075" actId="1076"/>
          <ac:picMkLst>
            <pc:docMk/>
            <pc:sldMk cId="3943235498" sldId="394"/>
            <ac:picMk id="12" creationId="{9D653FB7-1CEC-B322-926A-312916F38A0B}"/>
          </ac:picMkLst>
        </pc:picChg>
      </pc:sldChg>
      <pc:sldChg chg="modSp add replId">
        <pc:chgData name="Adam Winther" userId="f44fb1f4371a83a8" providerId="Windows Live" clId="Web-{51FF35C6-882C-1732-7E6C-4096FBB24A29}" dt="2026-01-04T23:55:06.734" v="1250" actId="20577"/>
        <pc:sldMkLst>
          <pc:docMk/>
          <pc:sldMk cId="3828078813" sldId="395"/>
        </pc:sldMkLst>
        <pc:spChg chg="mod">
          <ac:chgData name="Adam Winther" userId="f44fb1f4371a83a8" providerId="Windows Live" clId="Web-{51FF35C6-882C-1732-7E6C-4096FBB24A29}" dt="2026-01-04T23:54:49.781" v="1241" actId="20577"/>
          <ac:spMkLst>
            <pc:docMk/>
            <pc:sldMk cId="3828078813" sldId="395"/>
            <ac:spMk id="2" creationId="{ED89C9A8-CD3F-F836-9455-979D2A57CB48}"/>
          </ac:spMkLst>
        </pc:spChg>
      </pc:sldChg>
    </pc:docChg>
  </pc:docChgLst>
  <pc:docChgLst>
    <pc:chgData name="Adam Winther" userId="f44fb1f4371a83a8" providerId="Windows Live" clId="Web-{E2C514F6-59F3-4C9A-7AC3-E4F263EB94E7}"/>
    <pc:docChg chg="addSld delSld modSld">
      <pc:chgData name="Adam Winther" userId="f44fb1f4371a83a8" providerId="Windows Live" clId="Web-{E2C514F6-59F3-4C9A-7AC3-E4F263EB94E7}" dt="2026-01-07T08:42:28.760" v="451" actId="20577"/>
      <pc:docMkLst>
        <pc:docMk/>
      </pc:docMkLst>
      <pc:sldChg chg="addSp delSp">
        <pc:chgData name="Adam Winther" userId="f44fb1f4371a83a8" providerId="Windows Live" clId="Web-{E2C514F6-59F3-4C9A-7AC3-E4F263EB94E7}" dt="2026-01-05T11:44:51.332" v="6"/>
        <pc:sldMkLst>
          <pc:docMk/>
          <pc:sldMk cId="2498031464" sldId="342"/>
        </pc:sldMkLst>
      </pc:sldChg>
      <pc:sldChg chg="modSp">
        <pc:chgData name="Adam Winther" userId="f44fb1f4371a83a8" providerId="Windows Live" clId="Web-{E2C514F6-59F3-4C9A-7AC3-E4F263EB94E7}" dt="2026-01-07T08:38:51.413" v="226" actId="20577"/>
        <pc:sldMkLst>
          <pc:docMk/>
          <pc:sldMk cId="910315636" sldId="378"/>
        </pc:sldMkLst>
        <pc:spChg chg="mod">
          <ac:chgData name="Adam Winther" userId="f44fb1f4371a83a8" providerId="Windows Live" clId="Web-{E2C514F6-59F3-4C9A-7AC3-E4F263EB94E7}" dt="2026-01-07T08:38:51.413" v="226" actId="20577"/>
          <ac:spMkLst>
            <pc:docMk/>
            <pc:sldMk cId="910315636" sldId="378"/>
            <ac:spMk id="3" creationId="{FB2F5F9A-B16D-CA49-7F40-A0142E41DC56}"/>
          </ac:spMkLst>
        </pc:spChg>
      </pc:sldChg>
      <pc:sldChg chg="del">
        <pc:chgData name="Adam Winther" userId="f44fb1f4371a83a8" providerId="Windows Live" clId="Web-{E2C514F6-59F3-4C9A-7AC3-E4F263EB94E7}" dt="2026-01-07T08:13:00.230" v="19"/>
        <pc:sldMkLst>
          <pc:docMk/>
          <pc:sldMk cId="145533057" sldId="383"/>
        </pc:sldMkLst>
      </pc:sldChg>
      <pc:sldChg chg="modSp del">
        <pc:chgData name="Adam Winther" userId="f44fb1f4371a83a8" providerId="Windows Live" clId="Web-{E2C514F6-59F3-4C9A-7AC3-E4F263EB94E7}" dt="2026-01-07T08:12:58.667" v="18"/>
        <pc:sldMkLst>
          <pc:docMk/>
          <pc:sldMk cId="542193073" sldId="384"/>
        </pc:sldMkLst>
      </pc:sldChg>
      <pc:sldChg chg="del">
        <pc:chgData name="Adam Winther" userId="f44fb1f4371a83a8" providerId="Windows Live" clId="Web-{E2C514F6-59F3-4C9A-7AC3-E4F263EB94E7}" dt="2026-01-07T08:13:02.151" v="20"/>
        <pc:sldMkLst>
          <pc:docMk/>
          <pc:sldMk cId="358147864" sldId="385"/>
        </pc:sldMkLst>
      </pc:sldChg>
      <pc:sldChg chg="del">
        <pc:chgData name="Adam Winther" userId="f44fb1f4371a83a8" providerId="Windows Live" clId="Web-{E2C514F6-59F3-4C9A-7AC3-E4F263EB94E7}" dt="2026-01-07T08:13:04.277" v="21"/>
        <pc:sldMkLst>
          <pc:docMk/>
          <pc:sldMk cId="86806038" sldId="386"/>
        </pc:sldMkLst>
      </pc:sldChg>
      <pc:sldChg chg="del">
        <pc:chgData name="Adam Winther" userId="f44fb1f4371a83a8" providerId="Windows Live" clId="Web-{E2C514F6-59F3-4C9A-7AC3-E4F263EB94E7}" dt="2026-01-07T08:13:28.309" v="24"/>
        <pc:sldMkLst>
          <pc:docMk/>
          <pc:sldMk cId="621353976" sldId="387"/>
        </pc:sldMkLst>
      </pc:sldChg>
      <pc:sldChg chg="del">
        <pc:chgData name="Adam Winther" userId="f44fb1f4371a83a8" providerId="Windows Live" clId="Web-{E2C514F6-59F3-4C9A-7AC3-E4F263EB94E7}" dt="2026-01-07T08:13:30.184" v="25"/>
        <pc:sldMkLst>
          <pc:docMk/>
          <pc:sldMk cId="3258819637" sldId="388"/>
        </pc:sldMkLst>
      </pc:sldChg>
      <pc:sldChg chg="del">
        <pc:chgData name="Adam Winther" userId="f44fb1f4371a83a8" providerId="Windows Live" clId="Web-{E2C514F6-59F3-4C9A-7AC3-E4F263EB94E7}" dt="2026-01-07T08:13:31.309" v="26"/>
        <pc:sldMkLst>
          <pc:docMk/>
          <pc:sldMk cId="2271702772" sldId="389"/>
        </pc:sldMkLst>
      </pc:sldChg>
      <pc:sldChg chg="del">
        <pc:chgData name="Adam Winther" userId="f44fb1f4371a83a8" providerId="Windows Live" clId="Web-{E2C514F6-59F3-4C9A-7AC3-E4F263EB94E7}" dt="2026-01-07T08:13:32.856" v="27"/>
        <pc:sldMkLst>
          <pc:docMk/>
          <pc:sldMk cId="2102378405" sldId="390"/>
        </pc:sldMkLst>
      </pc:sldChg>
      <pc:sldChg chg="del">
        <pc:chgData name="Adam Winther" userId="f44fb1f4371a83a8" providerId="Windows Live" clId="Web-{E2C514F6-59F3-4C9A-7AC3-E4F263EB94E7}" dt="2026-01-07T08:13:26.168" v="23"/>
        <pc:sldMkLst>
          <pc:docMk/>
          <pc:sldMk cId="1002931848" sldId="391"/>
        </pc:sldMkLst>
      </pc:sldChg>
      <pc:sldChg chg="addSp delSp modSp">
        <pc:chgData name="Adam Winther" userId="f44fb1f4371a83a8" providerId="Windows Live" clId="Web-{E2C514F6-59F3-4C9A-7AC3-E4F263EB94E7}" dt="2026-01-05T12:53:46.071" v="17" actId="1076"/>
        <pc:sldMkLst>
          <pc:docMk/>
          <pc:sldMk cId="3828078813" sldId="395"/>
        </pc:sldMkLst>
        <pc:spChg chg="mod">
          <ac:chgData name="Adam Winther" userId="f44fb1f4371a83a8" providerId="Windows Live" clId="Web-{E2C514F6-59F3-4C9A-7AC3-E4F263EB94E7}" dt="2026-01-05T11:45:11.036" v="10" actId="20577"/>
          <ac:spMkLst>
            <pc:docMk/>
            <pc:sldMk cId="3828078813" sldId="395"/>
            <ac:spMk id="2" creationId="{ED89C9A8-CD3F-F836-9455-979D2A57CB48}"/>
          </ac:spMkLst>
        </pc:spChg>
        <pc:picChg chg="add mod">
          <ac:chgData name="Adam Winther" userId="f44fb1f4371a83a8" providerId="Windows Live" clId="Web-{E2C514F6-59F3-4C9A-7AC3-E4F263EB94E7}" dt="2026-01-05T12:53:46.071" v="17" actId="1076"/>
          <ac:picMkLst>
            <pc:docMk/>
            <pc:sldMk cId="3828078813" sldId="395"/>
            <ac:picMk id="5" creationId="{40CC473A-5D32-78E0-682B-26D45E2761BA}"/>
          </ac:picMkLst>
        </pc:picChg>
      </pc:sldChg>
      <pc:sldChg chg="addSp delSp modSp add del replId">
        <pc:chgData name="Adam Winther" userId="f44fb1f4371a83a8" providerId="Windows Live" clId="Web-{E2C514F6-59F3-4C9A-7AC3-E4F263EB94E7}" dt="2026-01-07T08:36:03.784" v="63" actId="1076"/>
        <pc:sldMkLst>
          <pc:docMk/>
          <pc:sldMk cId="3069315790" sldId="396"/>
        </pc:sldMkLst>
        <pc:spChg chg="add mod">
          <ac:chgData name="Adam Winther" userId="f44fb1f4371a83a8" providerId="Windows Live" clId="Web-{E2C514F6-59F3-4C9A-7AC3-E4F263EB94E7}" dt="2026-01-07T08:36:03.784" v="63" actId="1076"/>
          <ac:spMkLst>
            <pc:docMk/>
            <pc:sldMk cId="3069315790" sldId="396"/>
            <ac:spMk id="4" creationId="{125B7858-F768-E5EF-7B55-F81955DFC9B5}"/>
          </ac:spMkLst>
        </pc:spChg>
        <pc:spChg chg="del mod">
          <ac:chgData name="Adam Winther" userId="f44fb1f4371a83a8" providerId="Windows Live" clId="Web-{E2C514F6-59F3-4C9A-7AC3-E4F263EB94E7}" dt="2026-01-07T08:33:33.623" v="40"/>
          <ac:spMkLst>
            <pc:docMk/>
            <pc:sldMk cId="3069315790" sldId="396"/>
            <ac:spMk id="10" creationId="{BE211EEF-FDDB-7E0B-91BE-141114A405B4}"/>
          </ac:spMkLst>
        </pc:spChg>
        <pc:grpChg chg="del">
          <ac:chgData name="Adam Winther" userId="f44fb1f4371a83a8" providerId="Windows Live" clId="Web-{E2C514F6-59F3-4C9A-7AC3-E4F263EB94E7}" dt="2026-01-07T08:32:46.511" v="28"/>
          <ac:grpSpMkLst>
            <pc:docMk/>
            <pc:sldMk cId="3069315790" sldId="396"/>
            <ac:grpSpMk id="9" creationId="{CE9DB6A4-87E6-1DF2-5844-2EDC889A44BF}"/>
          </ac:grpSpMkLst>
        </pc:grpChg>
        <pc:picChg chg="add mod ord">
          <ac:chgData name="Adam Winther" userId="f44fb1f4371a83a8" providerId="Windows Live" clId="Web-{E2C514F6-59F3-4C9A-7AC3-E4F263EB94E7}" dt="2026-01-07T08:35:55.597" v="62" actId="1076"/>
          <ac:picMkLst>
            <pc:docMk/>
            <pc:sldMk cId="3069315790" sldId="396"/>
            <ac:picMk id="2" creationId="{54769AD6-4C84-8A7B-A2BF-B2746ECE40D4}"/>
          </ac:picMkLst>
        </pc:picChg>
        <pc:picChg chg="del">
          <ac:chgData name="Adam Winther" userId="f44fb1f4371a83a8" providerId="Windows Live" clId="Web-{E2C514F6-59F3-4C9A-7AC3-E4F263EB94E7}" dt="2026-01-07T08:32:50.011" v="29"/>
          <ac:picMkLst>
            <pc:docMk/>
            <pc:sldMk cId="3069315790" sldId="396"/>
            <ac:picMk id="12" creationId="{E8C2EFF3-9BBC-55B3-563B-1746741187DA}"/>
          </ac:picMkLst>
        </pc:picChg>
      </pc:sldChg>
      <pc:sldChg chg="modSp add replId">
        <pc:chgData name="Adam Winther" userId="f44fb1f4371a83a8" providerId="Windows Live" clId="Web-{E2C514F6-59F3-4C9A-7AC3-E4F263EB94E7}" dt="2026-01-07T08:42:28.760" v="451" actId="20577"/>
        <pc:sldMkLst>
          <pc:docMk/>
          <pc:sldMk cId="1577764831" sldId="397"/>
        </pc:sldMkLst>
        <pc:spChg chg="mod">
          <ac:chgData name="Adam Winther" userId="f44fb1f4371a83a8" providerId="Windows Live" clId="Web-{E2C514F6-59F3-4C9A-7AC3-E4F263EB94E7}" dt="2026-01-07T08:39:06.023" v="242" actId="20577"/>
          <ac:spMkLst>
            <pc:docMk/>
            <pc:sldMk cId="1577764831" sldId="397"/>
            <ac:spMk id="2" creationId="{1E7CD973-A6FD-DAF8-99D6-0EF21EA03646}"/>
          </ac:spMkLst>
        </pc:spChg>
        <pc:spChg chg="mod">
          <ac:chgData name="Adam Winther" userId="f44fb1f4371a83a8" providerId="Windows Live" clId="Web-{E2C514F6-59F3-4C9A-7AC3-E4F263EB94E7}" dt="2026-01-07T08:42:28.760" v="451" actId="20577"/>
          <ac:spMkLst>
            <pc:docMk/>
            <pc:sldMk cId="1577764831" sldId="397"/>
            <ac:spMk id="3" creationId="{8FA6FB3E-3488-A603-A4FA-D76E9AE27F9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72792-8D99-FDD6-90F7-A09D12BA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53BF2-4C7F-6D59-8066-4E0C3E3D5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31793-B163-087A-8F4D-2A6B2559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A4E21-DF96-93C2-DB8B-F3ABB9335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85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70DEA-5CDB-0B95-FC00-79402DB7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A2C03-0DCF-B546-41E6-CAE7D0D2D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2963F-A001-8FED-0696-77728A976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E58FE-1DF3-521B-0839-29B64883F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15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AE90-6369-3130-BA8B-70327DD9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FA91F-4B1E-F30D-C40E-8CF353680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C8FEF-9E83-1D3A-8EB7-DFA86F3A5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C87F6-962F-253D-2BBE-A018964F8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800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2B0F0-3C3D-DB76-C5C6-E3B4BEBCE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5D394-7BC1-6D2B-4F20-C2EEF1078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86C0B-41FF-89AD-70C6-3C144CC10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BCE6C-5D9C-E8D3-5585-5D17FCC1A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272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0D838-8E29-6780-A98A-8720B350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987F1-1BE2-40C3-458C-2A997F177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C3468-0BEF-7D6B-5D91-B71373EA1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ACCAA-3D42-8228-BCD1-4E8C1AAAF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975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27CC-51DE-42EB-1612-47DCB789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D7F25-E320-3108-DB0A-4C94BFEFE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D6EE3-E45B-7351-774A-3ECF913DA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9E550-E8D6-A763-6396-8CF8942CE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061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DB985-F2FC-A1E0-9443-E06BAD30E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D10D1-52BD-6146-7E39-C63435044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E6C8B-2AB6-C4D6-F0A6-48CC6DD17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16DFD-5C0C-ADE9-0D1E-CE98FC3F2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64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12820"/>
            <a:ext cx="12191998" cy="1116835"/>
          </a:xfrm>
        </p:spPr>
        <p:txBody>
          <a:bodyPr anchor="b"/>
          <a:lstStyle/>
          <a:p>
            <a:r>
              <a:rPr lang="en-US" dirty="0">
                <a:solidFill>
                  <a:srgbClr val="1CDFF5"/>
                </a:solidFill>
                <a:latin typeface="Biome"/>
                <a:ea typeface="MS PMincho"/>
                <a:cs typeface="Biome"/>
              </a:rPr>
              <a:t>Database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072422"/>
            <a:ext cx="12191997" cy="10537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cs typeface="Biome Light"/>
              </a:rPr>
              <a:t>for a ride sharing application</a:t>
            </a:r>
          </a:p>
          <a:p>
            <a:endParaRPr lang="en-US" sz="1800" dirty="0">
              <a:cs typeface="Biome Light"/>
            </a:endParaRPr>
          </a:p>
          <a:p>
            <a:r>
              <a:rPr lang="en-US" sz="1800" dirty="0">
                <a:cs typeface="Biome Light"/>
              </a:rPr>
              <a:t>Presented by: </a:t>
            </a:r>
            <a:r>
              <a:rPr lang="en-US" sz="1400" dirty="0">
                <a:solidFill>
                  <a:schemeClr val="bg1"/>
                </a:solidFill>
                <a:latin typeface="Mangal"/>
                <a:cs typeface="Mangal"/>
              </a:rPr>
              <a:t>Adam Winther</a:t>
            </a:r>
          </a:p>
          <a:p>
            <a:endParaRPr lang="en-US" sz="1400" dirty="0">
              <a:solidFill>
                <a:srgbClr val="FFFFFF"/>
              </a:solidFill>
              <a:latin typeface="Mangal"/>
              <a:cs typeface="Mangal"/>
            </a:endParaRPr>
          </a:p>
          <a:p>
            <a:endParaRPr lang="en-US" sz="1800" dirty="0">
              <a:cs typeface="Biome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5FCAF9-1970-78B4-3C42-D925E9D90A13}"/>
              </a:ext>
            </a:extLst>
          </p:cNvPr>
          <p:cNvSpPr txBox="1"/>
          <p:nvPr/>
        </p:nvSpPr>
        <p:spPr>
          <a:xfrm>
            <a:off x="-1216638" y="457840"/>
            <a:ext cx="8330773" cy="766769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cap="all" spc="3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/>
              </a:rPr>
              <a:t>Final Project</a:t>
            </a:r>
            <a:r>
              <a:rPr sz="4400" cap="all" spc="300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/>
              </a:rPr>
              <a:t>​</a:t>
            </a:r>
            <a:endParaRPr lang="en-US" sz="4400" cap="all" spc="300" dirty="0">
              <a:solidFill>
                <a:schemeClr val="accent3">
                  <a:lumMod val="75000"/>
                </a:schemeClr>
              </a:solidFill>
              <a:latin typeface="+mj-lt"/>
              <a:ea typeface="+mj-ea"/>
              <a:cs typeface="Biome"/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>
                <a:solidFill>
                  <a:srgbClr val="1CDFF5"/>
                </a:solidFill>
                <a:latin typeface="Biome"/>
                <a:ea typeface="MS PMincho"/>
                <a:cs typeface="Biome"/>
              </a:rPr>
              <a:t>Project overview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1190882"/>
          </a:xfrm>
        </p:spPr>
        <p:txBody>
          <a:bodyPr anchor="t"/>
          <a:lstStyle/>
          <a:p>
            <a:pPr algn="ctr">
              <a:lnSpc>
                <a:spcPct val="100000"/>
              </a:lnSpc>
              <a:spcBef>
                <a:spcPct val="20000"/>
              </a:spcBef>
            </a:pPr>
            <a:r>
              <a:rPr lang="en-US" b="1" cap="all" spc="300" dirty="0">
                <a:solidFill>
                  <a:srgbClr val="FFFFFF"/>
                </a:solidFill>
                <a:latin typeface="Biome"/>
                <a:ea typeface="MS PMincho"/>
                <a:cs typeface="Biome"/>
              </a:rPr>
              <a:t>Goal: </a:t>
            </a:r>
            <a:endParaRPr lang="en-US" cap="all" spc="300" dirty="0">
              <a:solidFill>
                <a:srgbClr val="000000"/>
              </a:solidFill>
              <a:latin typeface="Biome"/>
              <a:ea typeface="MS PMincho"/>
              <a:cs typeface="Biome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</a:pPr>
            <a:r>
              <a:rPr lang="en-US" cap="all" spc="300" dirty="0">
                <a:solidFill>
                  <a:srgbClr val="FFFFFF"/>
                </a:solidFill>
                <a:latin typeface="Biome"/>
                <a:ea typeface="MS PMincho"/>
                <a:cs typeface="Biome"/>
              </a:rPr>
              <a:t>Build a database for an app like Uber.</a:t>
            </a:r>
          </a:p>
        </p:txBody>
      </p:sp>
      <p:pic>
        <p:nvPicPr>
          <p:cNvPr id="6" name="Picture 5" descr="A car on a map&#10;&#10;AI-generated content may be incorrect.">
            <a:extLst>
              <a:ext uri="{FF2B5EF4-FFF2-40B4-BE49-F238E27FC236}">
                <a16:creationId xmlns:a16="http://schemas.microsoft.com/office/drawing/2014/main" id="{5D6533AA-A9B1-5277-BEE3-F4807E6EE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21" r="2397" b="10512"/>
          <a:stretch>
            <a:fillRect/>
          </a:stretch>
        </p:blipFill>
        <p:spPr>
          <a:xfrm>
            <a:off x="6151751" y="0"/>
            <a:ext cx="6035795" cy="686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Main elements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8A5ACF-2E98-429A-CD02-205B42A4DE52}"/>
              </a:ext>
            </a:extLst>
          </p:cNvPr>
          <p:cNvGrpSpPr/>
          <p:nvPr/>
        </p:nvGrpSpPr>
        <p:grpSpPr>
          <a:xfrm>
            <a:off x="4326369" y="2205764"/>
            <a:ext cx="1713262" cy="2031807"/>
            <a:chOff x="3183368" y="2528645"/>
            <a:chExt cx="1713262" cy="2031807"/>
          </a:xfrm>
        </p:grpSpPr>
        <p:pic>
          <p:nvPicPr>
            <p:cNvPr id="5" name="Picture 4" descr="A person with black hair and yellow shirt&#10;&#10;AI-generated content may be incorrect.">
              <a:extLst>
                <a:ext uri="{FF2B5EF4-FFF2-40B4-BE49-F238E27FC236}">
                  <a16:creationId xmlns:a16="http://schemas.microsoft.com/office/drawing/2014/main" id="{0590FF22-E574-F627-7C76-053757283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1899" y="2528645"/>
              <a:ext cx="1581150" cy="15811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4A05E6-567C-0700-0A51-1015849921C8}"/>
                </a:ext>
              </a:extLst>
            </p:cNvPr>
            <p:cNvSpPr txBox="1"/>
            <p:nvPr/>
          </p:nvSpPr>
          <p:spPr>
            <a:xfrm>
              <a:off x="3183368" y="4191120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Persons</a:t>
              </a:r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1B82FB-E4F4-3C16-9FBA-9C76FEB9E972}"/>
              </a:ext>
            </a:extLst>
          </p:cNvPr>
          <p:cNvGrpSpPr/>
          <p:nvPr/>
        </p:nvGrpSpPr>
        <p:grpSpPr>
          <a:xfrm>
            <a:off x="7985260" y="2307954"/>
            <a:ext cx="1713262" cy="1817253"/>
            <a:chOff x="5240768" y="2792277"/>
            <a:chExt cx="1713262" cy="1817253"/>
          </a:xfrm>
        </p:grpSpPr>
        <p:pic>
          <p:nvPicPr>
            <p:cNvPr id="10" name="Picture 9" descr="A red car with its headlights on&#10;&#10;AI-generated content may be incorrect.">
              <a:extLst>
                <a:ext uri="{FF2B5EF4-FFF2-40B4-BE49-F238E27FC236}">
                  <a16:creationId xmlns:a16="http://schemas.microsoft.com/office/drawing/2014/main" id="{FC174E1E-4A0C-0BC3-6B6F-632E211D2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5516" y="2792277"/>
              <a:ext cx="1273445" cy="127344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607A38-EC44-9D61-23C8-6EFC4D823C9E}"/>
                </a:ext>
              </a:extLst>
            </p:cNvPr>
            <p:cNvSpPr txBox="1"/>
            <p:nvPr/>
          </p:nvSpPr>
          <p:spPr>
            <a:xfrm>
              <a:off x="5240768" y="4240198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Cars</a:t>
              </a:r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1FD7E3-66BF-DF26-8246-38D5516AD768}"/>
              </a:ext>
            </a:extLst>
          </p:cNvPr>
          <p:cNvGrpSpPr/>
          <p:nvPr/>
        </p:nvGrpSpPr>
        <p:grpSpPr>
          <a:xfrm>
            <a:off x="4326609" y="4572000"/>
            <a:ext cx="1714312" cy="2023896"/>
            <a:chOff x="7271288" y="2363491"/>
            <a:chExt cx="1714312" cy="20238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517823-4A8A-0595-3168-9DFD2BC7064E}"/>
                </a:ext>
              </a:extLst>
            </p:cNvPr>
            <p:cNvSpPr txBox="1"/>
            <p:nvPr/>
          </p:nvSpPr>
          <p:spPr>
            <a:xfrm>
              <a:off x="7272338" y="4018055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Addresses</a:t>
              </a:r>
              <a:endParaRPr lang="en-US" dirty="0"/>
            </a:p>
          </p:txBody>
        </p:sp>
        <p:pic>
          <p:nvPicPr>
            <p:cNvPr id="17" name="Picture 16" descr="A model of a building&#10;&#10;AI-generated content may be incorrect.">
              <a:extLst>
                <a:ext uri="{FF2B5EF4-FFF2-40B4-BE49-F238E27FC236}">
                  <a16:creationId xmlns:a16="http://schemas.microsoft.com/office/drawing/2014/main" id="{8237CED9-22BF-8917-F543-2C4F884A2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1288" y="2363491"/>
              <a:ext cx="1711272" cy="165315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D1F879-B345-068C-458B-7E91EEACF753}"/>
              </a:ext>
            </a:extLst>
          </p:cNvPr>
          <p:cNvGrpSpPr/>
          <p:nvPr/>
        </p:nvGrpSpPr>
        <p:grpSpPr>
          <a:xfrm>
            <a:off x="7986470" y="4570385"/>
            <a:ext cx="1714501" cy="2022928"/>
            <a:chOff x="7986470" y="4570385"/>
            <a:chExt cx="1714501" cy="2022928"/>
          </a:xfrm>
        </p:grpSpPr>
        <p:pic>
          <p:nvPicPr>
            <p:cNvPr id="18" name="Picture 17" descr="A yellow and blue toy with a red pin and a flag&#10;&#10;AI-generated content may be incorrect.">
              <a:extLst>
                <a:ext uri="{FF2B5EF4-FFF2-40B4-BE49-F238E27FC236}">
                  <a16:creationId xmlns:a16="http://schemas.microsoft.com/office/drawing/2014/main" id="{C7220C74-F1D2-5F95-EE48-E56E48479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6470" y="4570385"/>
              <a:ext cx="1714501" cy="166284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3C2B81-DA11-36B8-DD68-8E1E1D8E05A7}"/>
                </a:ext>
              </a:extLst>
            </p:cNvPr>
            <p:cNvSpPr txBox="1"/>
            <p:nvPr/>
          </p:nvSpPr>
          <p:spPr>
            <a:xfrm>
              <a:off x="7986551" y="6223981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Rides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9C80-F643-02FB-3DB6-BEE6B76F0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79B26-F580-26F8-F980-09231A78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19B467-BB51-65EA-FFE8-55AD1D0EADBD}"/>
              </a:ext>
            </a:extLst>
          </p:cNvPr>
          <p:cNvGrpSpPr/>
          <p:nvPr/>
        </p:nvGrpSpPr>
        <p:grpSpPr>
          <a:xfrm>
            <a:off x="807142" y="973746"/>
            <a:ext cx="1713262" cy="2031807"/>
            <a:chOff x="3183368" y="2528645"/>
            <a:chExt cx="1713262" cy="2031807"/>
          </a:xfrm>
        </p:grpSpPr>
        <p:pic>
          <p:nvPicPr>
            <p:cNvPr id="4" name="Picture 3" descr="A person with black hair and yellow shirt&#10;&#10;AI-generated content may be incorrect.">
              <a:extLst>
                <a:ext uri="{FF2B5EF4-FFF2-40B4-BE49-F238E27FC236}">
                  <a16:creationId xmlns:a16="http://schemas.microsoft.com/office/drawing/2014/main" id="{7869F69F-358F-31CD-6809-0E70574E5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1899" y="2528645"/>
              <a:ext cx="1581150" cy="158115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7DD137-A81F-41C0-2FB6-2EC7D465CA63}"/>
                </a:ext>
              </a:extLst>
            </p:cNvPr>
            <p:cNvSpPr txBox="1"/>
            <p:nvPr/>
          </p:nvSpPr>
          <p:spPr>
            <a:xfrm>
              <a:off x="3183368" y="4191120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Persons</a:t>
              </a:r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0E33371-7C32-ECCD-DE5F-2D481360E1B8}"/>
              </a:ext>
            </a:extLst>
          </p:cNvPr>
          <p:cNvSpPr txBox="1"/>
          <p:nvPr/>
        </p:nvSpPr>
        <p:spPr>
          <a:xfrm>
            <a:off x="754227" y="3429555"/>
            <a:ext cx="10152233" cy="32778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Roles: Admin, Passenger, Driver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Many to many between persons and roles , via </a:t>
            </a:r>
            <a:r>
              <a:rPr lang="en-US" dirty="0" err="1">
                <a:solidFill>
                  <a:schemeClr val="bg1"/>
                </a:solidFill>
                <a:latin typeface="Biome"/>
                <a:cs typeface="Biome"/>
              </a:rPr>
              <a:t>person_To_Role</a:t>
            </a: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 table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Persons table includes basic persons data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Name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Email address (used as username too)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Password (hashed)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. . .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/>
              </a:solidFill>
              <a:latin typeface="Biome"/>
              <a:cs typeface="Biome"/>
            </a:endParaRPr>
          </a:p>
        </p:txBody>
      </p:sp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9ABCDAA-8C37-9ADD-3270-AC1CEFF3B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831" y="837933"/>
            <a:ext cx="69246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76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B2E8-2525-409C-99FD-F3E5749F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CCEE74-7AC2-4AF0-61C9-7291B855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BE99D-47BC-70BA-382C-6386C2EF3973}"/>
              </a:ext>
            </a:extLst>
          </p:cNvPr>
          <p:cNvSpPr txBox="1"/>
          <p:nvPr/>
        </p:nvSpPr>
        <p:spPr>
          <a:xfrm>
            <a:off x="946507" y="3272882"/>
            <a:ext cx="10301784" cy="29571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One to many relationship between car manufacturers and car models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One to many relationship between car models and car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Many to many relationship between cars and persons, via </a:t>
            </a:r>
            <a:r>
              <a:rPr lang="en-US" dirty="0" err="1">
                <a:solidFill>
                  <a:schemeClr val="bg1"/>
                </a:solidFill>
                <a:latin typeface="Biome"/>
                <a:cs typeface="Biome"/>
              </a:rPr>
              <a:t>cars_to_drivers</a:t>
            </a: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 table.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A person can be related to many cars 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For example, a young child that can borrow car from both parents</a:t>
            </a:r>
            <a:endParaRPr lang="en-US" dirty="0">
              <a:solidFill>
                <a:schemeClr val="bg1"/>
              </a:solidFill>
              <a:latin typeface="Arial Nova"/>
              <a:cs typeface="Biome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The same car can be used by several drivers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For example, a couple that both work for uber but they have only one car.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CDE74B1-3861-4549-F6F2-7EEBD9768360}"/>
              </a:ext>
            </a:extLst>
          </p:cNvPr>
          <p:cNvGrpSpPr/>
          <p:nvPr/>
        </p:nvGrpSpPr>
        <p:grpSpPr>
          <a:xfrm>
            <a:off x="863764" y="1083057"/>
            <a:ext cx="1713262" cy="1817253"/>
            <a:chOff x="5240768" y="2792277"/>
            <a:chExt cx="1713262" cy="1817253"/>
          </a:xfrm>
        </p:grpSpPr>
        <p:pic>
          <p:nvPicPr>
            <p:cNvPr id="7" name="Picture 6" descr="A red car with its headlights on&#10;&#10;AI-generated content may be incorrect.">
              <a:extLst>
                <a:ext uri="{FF2B5EF4-FFF2-40B4-BE49-F238E27FC236}">
                  <a16:creationId xmlns:a16="http://schemas.microsoft.com/office/drawing/2014/main" id="{A5A47725-2DE3-7B76-8BFE-7D31985C3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5516" y="2792277"/>
              <a:ext cx="1273445" cy="127344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79AF18-A121-D29A-082A-8F6DA8BE72AF}"/>
                </a:ext>
              </a:extLst>
            </p:cNvPr>
            <p:cNvSpPr txBox="1"/>
            <p:nvPr/>
          </p:nvSpPr>
          <p:spPr>
            <a:xfrm>
              <a:off x="5240768" y="4240198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Cars</a:t>
              </a:r>
              <a:endParaRPr lang="en-US" dirty="0"/>
            </a:p>
          </p:txBody>
        </p:sp>
      </p:grp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9A846F-1B21-06C2-8DBF-29B2F1A0A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155" y="1027854"/>
            <a:ext cx="8513036" cy="19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41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CFEB-E5B3-48DE-49AC-42255175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2FCF6-4108-BAB2-F5C7-6336FA9B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ED689-FDBC-1367-C01A-0B80829A9EF5}"/>
              </a:ext>
            </a:extLst>
          </p:cNvPr>
          <p:cNvSpPr txBox="1"/>
          <p:nvPr/>
        </p:nvSpPr>
        <p:spPr>
          <a:xfrm>
            <a:off x="946507" y="3272882"/>
            <a:ext cx="10301784" cy="2955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One to many relationship between countries and cities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One to many relationship between cities and addresses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One to many relationship between cities and addresses.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Many to many relationship between address and persons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Future development: 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  <a:latin typeface="Biome"/>
                <a:cs typeface="Biome"/>
              </a:rPr>
              <a:t>  Make a table for streets with a foreign key to cities.</a:t>
            </a:r>
            <a:endParaRPr lang="en-US">
              <a:solidFill>
                <a:schemeClr val="bg1"/>
              </a:solidFill>
              <a:latin typeface="Arial Nova"/>
              <a:cs typeface="Biome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  Make a table for building </a:t>
            </a:r>
            <a:r>
              <a:rPr lang="en-US">
                <a:solidFill>
                  <a:schemeClr val="bg1"/>
                </a:solidFill>
                <a:latin typeface="Biome"/>
                <a:cs typeface="Biome"/>
              </a:rPr>
              <a:t>number</a:t>
            </a: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 and use street ID as a foreign key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8CE648-B89D-700A-8297-8106E7EB8C68}"/>
              </a:ext>
            </a:extLst>
          </p:cNvPr>
          <p:cNvGrpSpPr/>
          <p:nvPr/>
        </p:nvGrpSpPr>
        <p:grpSpPr>
          <a:xfrm>
            <a:off x="865321" y="981559"/>
            <a:ext cx="1714312" cy="2023896"/>
            <a:chOff x="7271288" y="2363491"/>
            <a:chExt cx="1714312" cy="20238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91BE86-6831-1F48-6C2A-C0570F71B661}"/>
                </a:ext>
              </a:extLst>
            </p:cNvPr>
            <p:cNvSpPr txBox="1"/>
            <p:nvPr/>
          </p:nvSpPr>
          <p:spPr>
            <a:xfrm>
              <a:off x="7272338" y="4018055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Addresses</a:t>
              </a:r>
              <a:endParaRPr lang="en-US" dirty="0"/>
            </a:p>
          </p:txBody>
        </p:sp>
        <p:pic>
          <p:nvPicPr>
            <p:cNvPr id="5" name="Picture 4" descr="A model of a building&#10;&#10;AI-generated content may be incorrect.">
              <a:extLst>
                <a:ext uri="{FF2B5EF4-FFF2-40B4-BE49-F238E27FC236}">
                  <a16:creationId xmlns:a16="http://schemas.microsoft.com/office/drawing/2014/main" id="{EC21E131-91F0-6AD4-8F8D-BCC1D7247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1288" y="2363491"/>
              <a:ext cx="1711272" cy="1653153"/>
            </a:xfrm>
            <a:prstGeom prst="rect">
              <a:avLst/>
            </a:prstGeom>
          </p:spPr>
        </p:pic>
      </p:grp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FFEB03-5726-C2C6-A828-AE53F8391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948" y="796306"/>
            <a:ext cx="8903292" cy="211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8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41A2-E1FB-2CAA-1141-8B2D8A60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FDBE75-9E50-FF0D-D142-A115BCF9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31DBB-5A8E-07C6-21EA-E7CB59703AB2}"/>
              </a:ext>
            </a:extLst>
          </p:cNvPr>
          <p:cNvSpPr txBox="1"/>
          <p:nvPr/>
        </p:nvSpPr>
        <p:spPr>
          <a:xfrm>
            <a:off x="785066" y="2601289"/>
            <a:ext cx="5665209" cy="37881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Passengers registers a ride request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Each ride refers to passenger ID, pickup address ID and drop off address ID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Each ride has a status: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Pending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Expired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Accepted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Cancelled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  <a:latin typeface="Biome"/>
                <a:cs typeface="Biome"/>
              </a:rPr>
              <a:t>Each ride request has an expire time-date.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29A7CC7-DDAE-291E-CD5B-984468147680}"/>
              </a:ext>
            </a:extLst>
          </p:cNvPr>
          <p:cNvGrpSpPr/>
          <p:nvPr/>
        </p:nvGrpSpPr>
        <p:grpSpPr>
          <a:xfrm>
            <a:off x="631233" y="521453"/>
            <a:ext cx="1714501" cy="2022928"/>
            <a:chOff x="7986470" y="4570385"/>
            <a:chExt cx="1714501" cy="2022928"/>
          </a:xfrm>
        </p:grpSpPr>
        <p:pic>
          <p:nvPicPr>
            <p:cNvPr id="7" name="Picture 6" descr="A yellow and blue toy with a red pin and a flag&#10;&#10;AI-generated content may be incorrect.">
              <a:extLst>
                <a:ext uri="{FF2B5EF4-FFF2-40B4-BE49-F238E27FC236}">
                  <a16:creationId xmlns:a16="http://schemas.microsoft.com/office/drawing/2014/main" id="{09288043-0628-CCC1-38C3-6816B6E30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86470" y="4570385"/>
              <a:ext cx="1714501" cy="16628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5F1BAC-1C22-AA9A-04E6-8D9E3A95BE3F}"/>
                </a:ext>
              </a:extLst>
            </p:cNvPr>
            <p:cNvSpPr txBox="1"/>
            <p:nvPr/>
          </p:nvSpPr>
          <p:spPr>
            <a:xfrm>
              <a:off x="7986551" y="6223981"/>
              <a:ext cx="17132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iome"/>
                  <a:cs typeface="Biome"/>
                </a:rPr>
                <a:t>Rides</a:t>
              </a:r>
              <a:endParaRPr lang="en-US" dirty="0"/>
            </a:p>
          </p:txBody>
        </p:sp>
      </p:grp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653FB7-1CEC-B322-926A-312916F38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778" y="512978"/>
            <a:ext cx="5060681" cy="561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3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29CC-5D97-A737-D541-BBC56DAE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C9A8-CD3F-F836-9455-979D2A57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sz="6000" dirty="0">
                <a:solidFill>
                  <a:srgbClr val="1CDFF5"/>
                </a:solidFill>
              </a:rPr>
              <a:t>Lifecycle of a ride</a:t>
            </a:r>
            <a:endParaRPr lang="en-US" sz="6000" dirty="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C6FBF5-EC43-3207-B4C2-C5F5E669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A car on a map&#10;&#10;AI-generated content may be incorrect.">
            <a:extLst>
              <a:ext uri="{FF2B5EF4-FFF2-40B4-BE49-F238E27FC236}">
                <a16:creationId xmlns:a16="http://schemas.microsoft.com/office/drawing/2014/main" id="{40CC473A-5D32-78E0-682B-26D45E276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64" y="3643263"/>
            <a:ext cx="2394016" cy="24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78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A6BB-19E2-90B1-C844-603D0BE3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769AD6-4C84-8A7B-A2BF-B2746ECE4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4" y="437091"/>
            <a:ext cx="10673997" cy="59979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E1C35D-71D3-748A-F330-59861DBF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25B7858-F768-E5EF-7B55-F81955DFC9B5}"/>
              </a:ext>
            </a:extLst>
          </p:cNvPr>
          <p:cNvSpPr/>
          <p:nvPr/>
        </p:nvSpPr>
        <p:spPr>
          <a:xfrm>
            <a:off x="1941339" y="3876747"/>
            <a:ext cx="8300689" cy="1500921"/>
          </a:xfrm>
          <a:prstGeom prst="rightArrow">
            <a:avLst/>
          </a:prstGeom>
          <a:noFill/>
          <a:ln w="5715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1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r>
              <a:rPr lang="en-US" dirty="0">
                <a:solidFill>
                  <a:srgbClr val="1CDFF5"/>
                </a:solidFill>
                <a:latin typeface="Biome"/>
                <a:cs typeface="Biome"/>
              </a:rPr>
              <a:t>Achievements</a:t>
            </a:r>
            <a:endParaRPr lang="en-US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52350" cy="330394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An atomic, </a:t>
            </a:r>
            <a:r>
              <a:rPr lang="en-US" dirty="0" err="1">
                <a:ea typeface="+mn-lt"/>
                <a:cs typeface="+mn-lt"/>
              </a:rPr>
              <a:t>concistent</a:t>
            </a:r>
            <a:r>
              <a:rPr lang="en-US" dirty="0">
                <a:ea typeface="+mn-lt"/>
                <a:cs typeface="+mn-lt"/>
              </a:rPr>
              <a:t>, Isolated, and durable database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Built based on NF3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Automated trigger for changing status of expired requests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Biome"/>
              </a:rPr>
              <a:t>A very good learning experience by having hand on the job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4A06-C011-C758-5002-E2F5A21FD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D973-A6FD-DAF8-99D6-0EF21EA0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r>
              <a:rPr lang="en-US" dirty="0">
                <a:solidFill>
                  <a:srgbClr val="1CDFF5"/>
                </a:solidFill>
                <a:latin typeface="Biome"/>
                <a:cs typeface="Biome"/>
              </a:rPr>
              <a:t>Possible improvements</a:t>
            </a:r>
            <a:endParaRPr lang="en-US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DF0ACEA9-57BE-A2C1-99CD-826933CFE43E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6FB3E-3488-A603-A4FA-D76E9AE27F9A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52350" cy="330394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Make a separate table for street names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Biome"/>
              </a:rPr>
              <a:t>Make a separate table for the house numbers for each street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Make tables for payments and </a:t>
            </a:r>
            <a:r>
              <a:rPr lang="en-US">
                <a:ea typeface="+mn-lt"/>
                <a:cs typeface="+mn-lt"/>
              </a:rPr>
              <a:t>credits</a:t>
            </a:r>
            <a:endParaRPr lang="en-US">
              <a:ea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Biome"/>
              </a:rPr>
              <a:t>Make a tables for messages between users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Biome"/>
              </a:rPr>
              <a:t>Make a table for logs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EF07A-AAF0-6162-8229-364DB090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648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362</Words>
  <Application>Microsoft Office PowerPoint</Application>
  <PresentationFormat>Widescreen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Nova</vt:lpstr>
      <vt:lpstr>Arial,Sans-Serif</vt:lpstr>
      <vt:lpstr>Biome</vt:lpstr>
      <vt:lpstr>Biome Light</vt:lpstr>
      <vt:lpstr>Calibri</vt:lpstr>
      <vt:lpstr>Courier New</vt:lpstr>
      <vt:lpstr>Mangal</vt:lpstr>
      <vt:lpstr>Wingdings</vt:lpstr>
      <vt:lpstr>Custom</vt:lpstr>
      <vt:lpstr>Database</vt:lpstr>
      <vt:lpstr>Project overview</vt:lpstr>
      <vt:lpstr>Main elements</vt:lpstr>
      <vt:lpstr>PowerPoint Presentation</vt:lpstr>
      <vt:lpstr>PowerPoint Presentation</vt:lpstr>
      <vt:lpstr>PowerPoint Presentation</vt:lpstr>
      <vt:lpstr>PowerPoint Presentation</vt:lpstr>
      <vt:lpstr>Lifecycle of a ride </vt:lpstr>
      <vt:lpstr>PowerPoint Presentation</vt:lpstr>
      <vt:lpstr>Achievements</vt:lpstr>
      <vt:lpstr>Possible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Adam Winther</cp:lastModifiedBy>
  <cp:revision>860</cp:revision>
  <dcterms:created xsi:type="dcterms:W3CDTF">2025-11-09T20:32:13Z</dcterms:created>
  <dcterms:modified xsi:type="dcterms:W3CDTF">2026-06-17T09:10:49Z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